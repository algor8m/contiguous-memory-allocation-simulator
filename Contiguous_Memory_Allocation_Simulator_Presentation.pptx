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0000"/>
                </a:solidFill>
                <a:latin typeface="Arial"/>
              </a:defRPr>
            </a:pPr>
            <a:r>
              <a:t>CONTIGUOUS MEMORY</a:t>
            </a:r>
            <a:br/>
            <a:r>
              <a:t>ALLOCATION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A91D22"/>
                </a:solidFill>
                <a:latin typeface="Arial"/>
              </a:defRPr>
            </a:pPr>
            <a:r>
              <a:t>Operating Systems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4340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F7F7F"/>
                </a:solidFill>
                <a:latin typeface="Arial"/>
              </a:defRPr>
            </a:pPr>
            <a:r>
              <a:t>Python + Streamlit | First Fit | Best Fit | Worst Fit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Processes require memory space before execution.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Available memory is divided into blocks of different sizes.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An allocation strategy must decide where each process should be placed.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Different strategies can produce different allocation and remaining-memory patterns.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This project simulates and compares First Fit, Best Fit, and Worst Fit.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Understand contiguous memory allocation.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Implement First Fit, Best Fit, and Worst Fit.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Accept custom memory block and process sizes.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Display allocated and unallocated processes.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Calculate used memory, remaining memory, and utilization.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Visualize memory blocks and compare algorithms.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3. Inputs and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INPUTS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Memory block sizes (KB): 100, 500, 200, 300, 600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Process sizes (KB): 212, 417, 112, 426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Selected allocation strategy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OUTPUTS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Process-to-block allocation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Unallocated processes and remaining memory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Memory utilization and algorithm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4. Allocation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FIRST FIT — Allocates a process to the first suitable block found.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BEST FIT — Allocates a process to the smallest suitable block.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WORST FIT — Allocates a process to the largest suitable block.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Each algorithm updates the remaining size of the selected block after allocation.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5. System Flowchart</a:t>
            </a:r>
          </a:p>
        </p:txBody>
      </p:sp>
      <p:pic>
        <p:nvPicPr>
          <p:cNvPr id="3" name="Picture 2" descr="contiguous_memory_allocatio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143000"/>
            <a:ext cx="6492240" cy="1259823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6.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app.py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Streamlit user interface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Input validation and algorithm selection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Results, metrics, visualization, and comparison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algorithms.py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first_fit()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best_fit()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worst_fit()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requirements.txt → Streamlit dependency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7.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OsProject/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├── app.py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├── algorithms.py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├── requirements.txt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├── README.md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├── PROJECT.md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└── contiguous_memory_allocation_flowchart.png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8. Test Case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Test input: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Memory = [100, 500, 200, 300, 600] KB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Processes = [212, 417, 112, 426] KB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First Fit: 3 allocated, 1 unallocated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Best Fit: 4 allocated, 0 unallocated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Worst Fit: 3 allocated, 1 unallocated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9. Algorithm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54480" y="1554480"/>
          <a:ext cx="9052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  <a:gridCol w="3017520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Allocated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Unallocated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First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Best Fit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Worst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54480" y="4800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7F7F"/>
                </a:solidFill>
                <a:latin typeface="Arial"/>
              </a:defRPr>
            </a:pPr>
            <a:r>
              <a:t>The simulator presents these results without assuming one strategy gives the same outcome for every input.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10. Memory Utilization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Formula: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Memory Utilization = (Used Memory / Total Memory) × 100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Total Memory = 1700 KB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Best Fit: 1167 KB used → approximately 68.65%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First Fit: 741 KB used → approximately 43.59%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Worst Fit: 741 KB used → approximately 43.59%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11.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Streamlit GUI provides: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Memory block and process input fields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Allocation strategy selection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Run Simulation button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Process allocation table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Memory utilization metrics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Memory block visualization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Compare All Algorithms charts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Input validation and error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12.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Fragmentation analysis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Memory deallocation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Process arrival and termination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Allocation history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Animated memory visualization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Export results to CSV/PDF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Additional memory allocation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• Demonstrates contiguous memory allocation using three classical strategies.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• Connects operating-system concepts with a working interactive application.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• Allows experiments with different block and process sizes.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• Makes allocation, remaining memory, utilization, and algorithm differences easy to observe.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91D22"/>
                </a:solidFill>
                <a:latin typeface="Arial"/>
              </a:defRPr>
            </a:pPr>
            <a:r>
              <a:t>14. Viva /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1. Explain contiguous memory allocation.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2. Explain First Fit, Best Fit, and Worst Fit.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3. Show the input fields.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4. Run each algorithm.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5. Explain the allocation table and remaining memory.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6. Use Compare All Algorithms.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7. Explain memory utilization.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8. Show the project structure and code modules.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A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7F7F"/>
                </a:solidFill>
                <a:latin typeface="Arial"/>
              </a:defRPr>
            </a:pPr>
            <a:r>
              <a:t>Contiguous Memory Allocation Simulator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